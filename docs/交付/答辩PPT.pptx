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66/66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#panel-audit）；66/66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应用层触发器只许插入、禁止改写；前序哈希对不上即整链断裂（存储管理员仍可重建，见安全自评 R-04）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模型选型：云端主脑 + 本地对照，不把安全押在某一家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主脑（当前）：DeepSeek deepseek-flash，备用 deepseek-v4-pro，OpenAI 兼容协议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实测依据：provider_check 4/4 PASS（连通/tool_calls/tool_choice/SSE），单次约 3.0s（默认 effort），80 例 A/B 约 9 分钟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前一版主脑 MiniMax-M3.1-Flash-Preview 单次约 1.4s，配额耗尽（429）后换成 DeepSeek 复跑 A/B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§1/§3（硬件实测与四角色架构）、README.md 技术选型表、docs/模型配置说明.md §5.1（DeepSeek 实测配置，不含 key）、scripts/provider_check.py 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35 个（app/tools/tool_specs.py）｜ 安全规则 12 条 R01–R12（app/policy/rules.py）｜ 红队用例 43 条（tests/redteam/cases.yaml）｜ 赛题 6 个场景均有真实后端实现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66/66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自动化测试：1336 passed / 4 skipped（2026-10-24 终测）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只有 DeepSeek 做过真机 A/B（两轮）；通义/智谱/Kimi/OpenAI 的填法在文档里，但没 key，不做真机背书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A/B 两轮意图/槽位方向相反：只敢讲「引用覆盖 41/51」与「未授权写 2→0」，不宣称提升 x pp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2026-10-24 终测（1336 passed / 4 skipped；上一轮 1152，最早基线 1131），红队通过数为 2026-10-24 复跑（43 / 0），A/B 两轮见 tests/eval/evaluation_report.md §11（r1 20261024T134524 / r2 20261024T135754），历史归因见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