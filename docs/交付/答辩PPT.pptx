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条未达标全部是级别判低——13 条停在 level=none（意图层就短路，反问轮不扫注入，审计无 policy.decided），1 条 D02 判成 green（D04/D05 同样停在 none，审计还缺 injection.detected）；must_not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2026-10-22 终审复跑（29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自动化测试：662 passed（2026-10-22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条未达标：13 条停在 level=none（意图层就短路，审计无 policy.decided），1 条 D02 判成 green（D04/D05 审计还缺 injection.detected）；must_not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反问轮不做注入扫描（注入话术在反问阶段不留痕，已在技术文档登记为改进方向）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2026-10-22 实测（662 passed），红队通过数取自 2026-10-22 终审复跑（29 / 14）。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