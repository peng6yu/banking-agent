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零依赖单文件前端：无 CDN / 无框架 / 无构建；断网也能演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66/66；7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出处：web/index.html；66/66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61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出处：app/audit.py（哈希链与只增不改触发器）；tests/test_audit.py；61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提醒；到点付款重新确认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后台永不自动动钱；风险升级红 → 重新强验证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0（2026-10-24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1415 passed / 4 skipped ｜ e2e 13/13 ｜ 浏览器旅程 7/7 ｜ 前端 66/66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2026-10-24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30 表 ｜ 61 审计事件 ｜ 39 路由 ｜ 6 场景 ｜ 1415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8:55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