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R07 /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13 条 R01–R13，R13 为可选绝对日上限、默认不启用）；演示实录见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签名密钥无硬编码默认值：显式传入 → CAPABILITY_SECRET → data/token_secret（0600，自动生成）；配错了才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66/66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#panel-audit）；66/66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应用层触发器只许插入、禁止改写；前序哈希对不上即整链断裂（存储管理员仍可重建，见安全自评 R-04）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43 / FAIL 0（离线 ScriptedAdapter，约 12 秒；python3.12 -m scripts.redteam 实跑；2026-10-23）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本轮 43/43 全过；历史 14 条 FAIL（commit 6b3b6c9 快照）已逐条归因并修完：8 条夹具/判定口径缺陷 + 6 条设计取舍，产品侧补了确定性拒答守卫、反问轮注入留痕、写库失败降级落盘、写锁竞争人话；must_not 探针修前修后全过、资金零变动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2026-10-23 复跑（43 / 0）。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模型选型：云端主脑 + 本地对照，不把安全押在某一家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主脑（当前）：DeepSeek deepseek-flash，备用 deepseek-v4-pro，OpenAI 兼容协议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实测依据：provider_check 4/4 PASS（连通/tool_calls/tool_choice/SSE），单次约 3.0s（默认 effort），80 例 A/B 约 9 分钟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前一版主脑 MiniMax-M3.1-Flash-Preview 单次约 1.4s，配额耗尽（429）后换成 DeepSeek 复跑 A/B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§1/§3（硬件实测与四角色架构）、README.md 技术选型表、docs/模型配置说明.md §5.1（DeepSeek 实测配置，不含 key）、scripts/provider_check.py 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35 个（tool_specs.py）｜ 安全规则 13 条 R01–R13（rules.py）｜ 数据表 30 张 ｜ 审计事件 61 类 ｜ 红队用例 43 条 ｜ 浏览器旅程 7 条 ｜ 赛题 6 个场景均有真实后端实现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66/66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自动化测试：1415 passed / 4 skipped（2026-10-24 审计整改轮终测）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43 / FAIL 0（离线 ScriptedAdapter 实跑；2026-10-23，历史 14 条 FAIL 已逐条归因并修完：0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真机 A/B 已跑 8 轮（MiniMax 5 + DeepSeek 3，每轮 80 例单次采样，Mock 一律 false）；通义/智谱/Kimi/OpenAI 没 key，不做真机背书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8 轮 B−A 符号翻转（−2.5 到 +8.75pp）：只敢讲引用覆盖 41–42/51 与未授权写 2→0，不宣称提升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依赖装在系统 python3.12 里：venv 能建，但本机 pip 装不上（DNS 解析不到 pypi），换机器要重装依赖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2026-10-24 审计整改轮终测（1415 passed / 4 skipped；上一轮 1336，最早基线 1131），红队通过数为 2026-10-24 复跑（43 / 0），A/B 两轮见 tests/eval/evaluation_report.md §11（r1 20261024T134524 / r2 20261024T135754），历史归因见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