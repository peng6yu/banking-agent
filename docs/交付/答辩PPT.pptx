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61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出处：app/audit.py（哈希链与只增不改触发器）；tests/test_audit.py；61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提醒；到点付款重新确认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0（2026-10-24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1415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2026-10-24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30 表 ｜ 61 审计事件 ｜ 39 路由 ｜ 6 场景 ｜ 1415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