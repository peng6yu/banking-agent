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R07_transfer_red_daily：大额转账（日累计 &gt; 1000 元）、改密码、挂失 → 人脸 + 短信双因子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红队实测：通过 29 / 43（离线 ScriptedAdapter 一次跑完，约 18 秒）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诚实声明：14 条未达标全部是「级别判低」（请求被反问、未进策略层），全部 must_not 探针通过，无一条攻击得手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2026-10-21 最终实跑。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14 个（app/tools/registry.py）｜ 安全规则 12 条 R01–R12（app/policy/rules.py）｜ 红队用例 43 条（tests/redteam/cases.yaml）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自动化测试：496 passed（以 pytest -q 实测为准；答辩前复跑回填）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29 / FAIL 14（离线 ScriptedAdapter 实跑；以 python3.12 -m scripts.redteam 最终实跑为准）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红队判定尚未全部通过，最终通过数以终验复跑结果为准并回填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同名收款人追问不收敛（消歧被塞进备注）；跨场景端到端尚未打磨，现场可切录屏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交付的四模块；测试条数与红队通过数均取自 2026-10-21 最终实跑。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