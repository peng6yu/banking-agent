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签名密钥无硬编码默认值：显式传入 → CAPABILITY_SECRET → data/token_secret（0600，自动生成）；配错了才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66/66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#panel-audit）；66/66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43 / FAIL 0（离线 ScriptedAdapter，约 12 秒；python3.12 -m scripts.redteam 实跑；2026-10-23）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本轮 43/43 全过；历史 14 条 FAIL（commit 6b3b6c9 快照）已逐条归因并修完：8 条夹具/判定口径缺陷 + 6 条设计取舍，产品侧补了确定性拒答守卫、反问轮注入留痕、写库失败降级落盘、写锁竞争人话；must_not 探针修前修后全过、资金零变动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2026-10-23 复跑（43 / 0）。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26 个（app/tools/registry.py）｜ 安全规则 12 条 R01–R12（app/policy/rules.py）｜ 红队用例 43 条（tests/redteam/cases.yaml）｜ 赛题 6 个场景全部覆盖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66/66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自动化测试：904 passed / 4 skipped（2026-10-23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43 / FAIL 0（离线 ScriptedAdapter 实跑；2026-10-23，历史 14 条 FAIL 已逐条归因并修完：0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其他厂商未实跑：降级链与 scripts/provider_check.py 已交付并有单测，但手上只有 MiniMax 的 key，别家能力未经本次实测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依赖装在系统 python3.12 里：venv 能建，但本机 pip 装不上（DNS 解析不到 pypi），换机器要重装依赖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2026-10-23 实跑（904 passed / 4 skipped），红队通过数为 2026-10-23 复跑（43 / 0），历史归因见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