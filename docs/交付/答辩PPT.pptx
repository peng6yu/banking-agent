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29 / FAIL 14（离线 ScriptedAdapter，约 12 秒；python3.12 -m scripts.redteam 实跑；快照 commit 6b3b6c9）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条未达标全部是级别判低——13 条停在 level=none（意图层就短路，反问轮不扫注入，审计无 policy.decided），1 条 D02 判成 green（D04/D05 同样停在 none，审计还缺 injection.detected）；must_not 探针全过、资金零变动；定性为拦截粒度问题（拦得住却留不下裁决痕迹），改进是把风险裁决前移到意图层出口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2026-10-22 终审复跑（29 / 14）。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26 个（app/tools/registry.py）｜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自动化测试：692 passed / 4 skipped（2026-10-23 终验实测，commit 38d63be 之后）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实跑；快照 commit 6b3b6c9，14 条已逐条归因：0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 43 条仍有 14 条未达标：13 条停在 level=none（意图层就短路，审计无 policy.decided），1 条 D02 判成 green（D04/D05 审计还缺 injection.detected）；must_not 探针全过、资金零变动 —— 定性为拦截粒度问题（拦得住却留不下裁决痕迹），改进是把风险裁决前移到意图层出口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反问轮不做注入扫描（注入话术在反问阶段不留痕，已在技术文档登记为改进方向）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终验实跑（692 passed / 4 skipped），红队通过数为 commit 6b3b6c9 快照（29 / 14），归因见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