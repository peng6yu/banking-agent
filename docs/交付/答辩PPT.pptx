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19 个（app/tools/registry.py）｜ 安全规则 12 条 R01–R12（app/policy/rules.py）｜ 红队用例 43 条（tests/redteam/cases.yaml）｜ 场景 6 个覆盖其中 5 个完整链路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自动化测试：597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实测（597 passed），红队通过数取自 2026-10-22 终审复跑（29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