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 FAIL 中 12 条是判定口径不符（请求在意图层被反问、未进策略层），2 条是真实缺口（D04 / E05）；全部 must_not 探针通过，无攻击得手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2026-10-21 终验实跑（29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自动化测试：508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条未达标（12 条判定口径不符 + 2 条真实缺口），无一条资金被动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反问轮不做注入扫描（注入话术在反问阶段不留痕）；订阅取消无意图模板，需直驱 DAG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实测（508 passed），红队通过数取自 2026-10-21 终验实跑（29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