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1719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零依赖零构建前端：壳 + 样式 + 17 个模块脚本；断网也能演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91/91；7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出处：web/index.html；91/91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1719 passed / 4 skipped ｜ e2e 13/13 ｜ 浏览器旅程 7/7 ｜ 前端 91/91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1719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2026-10-26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33 表 ｜ 66 审计事件 ｜ 47 路由 ｜ 6 场景 ｜ 1719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