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33 个（原有 26 + 主动财务 7，app/tools/tool_specs.py）｜ 安全规则 12 条 R01–R12（app/policy/rules.py）｜ 红队用例 43 条（tests/redteam/cases.yaml）｜ 赛题 6 个场景均有真实后端实现（3 推荐、6 延迟为部分实现）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自动化测试：1131 passed / 4 skipped（2026-10-23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终测（1131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