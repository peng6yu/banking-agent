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条攻击用例，系统一律倒向拒绝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红队实测：通过 __ / 43（t11 回填）　← 占位，自动 runner 修复中，答辩前复跑回填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诚实声明：自动 runner 修复中，其余用例是用例集覆盖，不是本次现场跑分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实测统计；通过数为占位，答辩前回填。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10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自动化测试：__ passed（答辩前复跑回填；t16 修复期快照 290 passed / 1 failed）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 runner 未交付 → 现场只能实拍典型用例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同名收款人追问不收敛（消歧被塞进备注）；跨场景端到端尚未打磨，现场可切录屏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出处：上列模块与脚本均为仓库内可复核数字；测试条数为 t16 修复期快照，答辩前复跑回填。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