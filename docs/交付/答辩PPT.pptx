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不可篡改审计哈希链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R08 / R10 / R09：大额转账（单笔或日累计 &gt; 1000 元）、理财申购赎回、冻结/挂失/调限额 → 人脸 + 短信（+ 动态口令）多因子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签名密钥只从环境变量 CAPABILITY_SECRET 读、代码无默认密钥；缺失即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62/62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#panel-audit）；62/62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审计哈希链：出事之后查得清，且改不了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数据库触发器只许插入、禁止改写；前序哈希对不上即整链断裂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红队实测：43 条 PASS 29 / FAIL 14（离线 ScriptedAdapter，约 12 秒；python3.12 -m scripts.redteam 实跑）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诚实声明：14 条未达标全部是级别判低——13 条停在 level=none（意图层就短路，反问轮不扫注入，审计无 policy.decided），1 条 D02 判成 green（D04/D05 同样停在 none，审计还缺 injection.detected）；must_not 探针全过、资金零变动；定性为拦截粒度问题（拦得住却留不下裁决痕迹），改进是把风险裁决前移到意图层出口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2026-10-22 终审复跑（29 / 14）。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模型选型：为什么用 MiniMax，而不是本地模型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主脑：云端 MiniMax-M3.1-Flash-Preview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实测依据：单次约 1.4s、content 无思维链污染、tool_calls 结构规范（JSON mode 实测不被遵守）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§1/§3（硬件实测与四角色架构）、规划/05_MiniMax接入实测.md、README.md 技术选型表。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26 个（app/tools/registry.py）｜ 安全规则 12 条 R01–R12（app/policy/rules.py）｜ 红队用例 43 条（tests/redteam/cases.yaml）｜ 赛题 6 个场景全部覆盖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62/62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自动化测试：656 passed（2026-10-22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29 / FAIL 14（离线 ScriptedAdapter 实跑；以 python3.12 -m scripts.redteam 最终实跑为准）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 43 条仍有 14 条未达标：13 条停在 level=none（意图层就短路，审计无 policy.decided），1 条 D02 判成 green（D04/D05 审计还缺 injection.detected）；must_not 探针全过、资金零变动 —— 定性为拦截粒度问题（拦得住却留不下裁决痕迹），改进是把风险裁决前移到意图层出口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反问轮不做注入扫描（注入话术在反问阶段不留痕，已在技术文档登记为改进方向）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交付的四模块；测试条数取自 2026-10-22 实测（656 passed），红队通过数取自 2026-10-22 终审复跑（29 / 14）。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