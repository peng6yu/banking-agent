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自动化测试：548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反问轮不做注入扫描（注入话术在反问阶段不留痕）；订阅取消无意图模板，需直驱 DAG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实测（548 passed），红队通过数取自 2026-10-22 终审复跑（29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