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63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出处：app/audit.py（哈希链与只增不改触发器）；tests/test_audit.py；63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1476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31 表 ｜ 63 审计事件 ｜ 42 路由 ｜ 6 场景 ｜ 1476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