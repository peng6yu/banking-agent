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全部数据为本地种子虚构数据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痛点与定位：银行敢让它动钱，才叫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1:00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六个场景：一句话进去，六条真实后端链路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2:45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4:45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5:40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61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出处：app/audit.py（哈希链与只增不改触发器）；tests/test_audit.py；61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6:25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提醒；到点付款重新确认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后台永不自动动钱；风险升级红 → 重新强验证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7:20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8:05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0（2026-10-24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1415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2026-10-24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9:00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30 表 ｜ 61 审计事件 ｜ 39 路由 ｜ 6 场景 ｜ 1415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9:50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