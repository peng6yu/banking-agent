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33 个（原有 26 + 主动财务 7，app/tools/tool_specs.py）｜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自动化测试：1112 passed / 4 skipped（2026-10-23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终测（1112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