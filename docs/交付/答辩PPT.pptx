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自动化测试：820 passed / 4 skipped（2026-10-23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实跑（820 passed / 4 skipped），红队通过数为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