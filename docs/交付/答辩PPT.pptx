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26 个（app/tools/registry.py）｜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自动化测试：870 passed / 4 skipped（2026-10-23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其他厂商未实跑：降级链与 scripts/provider_check.py 已交付并有单测，但手上只有 MiniMax 的 key，别家能力未经本次实测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实跑（870 passed / 4 skipped），红队通过数为 2026-10-23 复跑（43 / 0），历史归因见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