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14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1857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14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14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14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零依赖零构建前端：壳 + 样式 + 21 个模块脚本；断网也能演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16A34A"/>
                </a:solidFill>
                <a:latin typeface="微软雅黑"/>
                <a:ea typeface="微软雅黑"/>
              </a:rPr>
              <a:t>– 五块默认常驻不折叠；确认卡三档动作（确认/改一下再发/拒绝）+ 授权绑定摘要 + 超时视为拒绝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95/95（21 个脚本）；7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1_助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5644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475319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助手默认页：一句话之后右栏五块同屏；空态给绿/黄/红三句示例（2026-10-27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出处：web/index.html；95/95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14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red_factor_fr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7606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64785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红灯实拍：挂失银行卡 → R09 判定「需要多因子」，人脸+短信+动态口令，依据与理由都写在面板上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14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14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14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14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14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1857 passed / 4 skipped ｜ e2e 13/13 ｜ 浏览器旅程 7/7 ｜ 前端 95/95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1719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2026-10-26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14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出事之后：链能验、单能接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审计链逐行重算：改一条历史记录 → 校验立刻报「没通过」，并给出条目数与链头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实测：拆掉 append-only 触发器改 payload_json，再点「校验」→ 条目 43、链头 e814c683，界面直接说「从断点往前都不能再当证据」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人工接管：工单队列按状态给动作（我来处理 / 拒绝 / 继续跑 / 需要补充 / 取消），并发只有一个 claim 成功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四类拒绝都留痕：越权、注入、熔断、令牌不符，各有中文标签，进入拒绝列表与审计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校验结果写回审计面板本身，不只落在对话里 —— 在哪一页点都看得见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安全做不到「事后可验」，前面所有拦截都只是自说自话。</a:t>
            </a:r>
          </a:p>
        </p:txBody>
      </p:sp>
      <p:pic>
        <p:nvPicPr>
          <p:cNvPr id="8" name="Picture 7" descr="audit_tamper_det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1592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34796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篡改实测：改一条历史记录后点「校验」，面板红字报链断（2026-10-27 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出处：app/audit.py:185 verify_chain；app/db.py:638 append-only 触发器；队列截图见 截图/四入口_2026-10-27/handoff_queue_actions.png。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14 页 · 累计 8:20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37 表 ｜ 73 审计事件 ｜ 59 路由 ｜ 6 场景 ｜ 1857 测试 ｜ 43 红队 ｜ 13 e2e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13 / 14 页 · 累计 9:20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附录（不计时）：现场怎么证明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make test → 1857 passed / 4 skipped（约 23 秒）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make redteam → 43/43 PASS（约 30 秒，七列判定表逐条打印）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▪ make journeys → 7 条旅程失败 0（3–5 分钟，真浏览器点给你看）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红队按赛题点名四类分组：诱导转账 10 / 越权 10 / 注入 10 / 套取 8 / 异常 5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每条用例同时验两件事：拦得住（期望色 vs 实际色）＋ 留得下（审计事件）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– 对照表：docs/交付/红队与赛题对照表.md（脚本读 cases.yaml 生成，不手抄）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这三条命令现场就能跑，不用回放录像。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出处：scripts/redteam.py 判定表；tests/redteam/cases.yaml 43 条；实测 29.47 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14 / 14 页 · 附录·不计时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