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8892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银行 AI 智能体 · 敢让 Agent 动钱的银行系统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81328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C7D6E4"/>
                </a:solidFill>
                <a:latin typeface="微软雅黑"/>
                <a:ea typeface="微软雅黑"/>
              </a:rPr>
              <a:t>2026 金融科技大赛 · 人工智能赛道 · 国内赛道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971800"/>
            <a:ext cx="64922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0"/>
              </a:spcAft>
            </a:pPr>
            <a:r>
              <a:rPr sz="1800" b="1">
                <a:solidFill>
                  <a:srgbClr val="16A34A"/>
                </a:solidFill>
                <a:latin typeface="微软雅黑"/>
                <a:ea typeface="微软雅黑"/>
              </a:rPr>
              <a:t>▪ 三色权限闸门</a:t>
            </a:r>
          </a:p>
          <a:p>
            <a:pPr>
              <a:spcBef>
                <a:spcPts val="1000"/>
              </a:spcBef>
              <a:spcAft>
                <a:spcPts val="0"/>
              </a:spcAft>
            </a:pPr>
            <a:r>
              <a:rPr sz="1800" b="1">
                <a:solidFill>
                  <a:srgbClr val="D97706"/>
                </a:solidFill>
                <a:latin typeface="微软雅黑"/>
                <a:ea typeface="微软雅黑"/>
              </a:rPr>
              <a:t>▪ 一次性能力令牌</a:t>
            </a:r>
          </a:p>
          <a:p>
            <a:pPr>
              <a:spcBef>
                <a:spcPts val="1000"/>
              </a:spcBef>
              <a:spcAft>
                <a:spcPts val="0"/>
              </a:spcAft>
            </a:pPr>
            <a:r>
              <a:rPr sz="1800" b="1">
                <a:solidFill>
                  <a:srgbClr val="DC2626"/>
                </a:solidFill>
                <a:latin typeface="微软雅黑"/>
                <a:ea typeface="微软雅黑"/>
              </a:rPr>
              <a:t>▪ 只追加审计哈希链</a:t>
            </a:r>
          </a:p>
          <a:p>
            <a:pPr>
              <a:spcBef>
                <a:spcPts val="16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仓库 github.com/peng6yu/banking-agent ｜ 一条命令可跑 ｜ 模拟账本 · 全部数据为本地种子虚构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口播：今天不演示「AI 能不能转账」，演示「AI 凭什么可以转账，以及凭什么不能」。</a:t>
            </a:r>
          </a:p>
        </p:txBody>
      </p:sp>
      <p:pic>
        <p:nvPicPr>
          <p:cNvPr id="6" name="Picture 5" descr="main_02_confirm_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2971800"/>
            <a:ext cx="4206240" cy="28041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06640" y="5830823"/>
            <a:ext cx="4206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微软雅黑"/>
                <a:ea typeface="微软雅黑"/>
              </a:rPr>
              <a:t>决策剧场与确认卡（本机实拍）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安全声明见 README.md；本页无运行数据。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1 / 13 页 · 累计 0:15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痛点与定位：银行敢让它在模拟账本里动钱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02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11064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▪ 银行 App 的 AI 客服只能查：用户每一步都要手动点，业务跑不完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▪ 能转账的「智能体」靠 prompt 约束：prompt 是建议不是边界，被绕过一次就出事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▪ 出事之后查不清：审计散在应用日志里，可改、可删、不可追责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1">
                <a:solidFill>
                  <a:srgbClr val="DC2626"/>
                </a:solidFill>
                <a:latin typeface="微软雅黑"/>
                <a:ea typeface="微软雅黑"/>
              </a:rPr>
              <a:t>▪ 定位：别人做更会聊天的助手，我们做银行敢让它在模拟账本里动钱的 Agent。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– 三件事同时成立才叫可用：跑得完（40%）／拦得住（30%）／看得见（30%）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– 六个赛题场景全部有真实后端：转账 / 账单 / 理财 / 卡片 / 订阅 / 跨场景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1">
                <a:solidFill>
                  <a:srgbClr val="16A34A"/>
                </a:solidFill>
                <a:latin typeface="微软雅黑"/>
                <a:ea typeface="微软雅黑"/>
              </a:rPr>
              <a:t>▪ 效率：传统手机银行 3+ 步 → 本系统 1 句 + 1 次确认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– 脚本桩到确认卡 7–8ms；真模型意图解析约 1.5–3s/次（历史实测，非本次复跑）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6 /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赛题场景有真实后端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918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01568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01568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受管工具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350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44768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1857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44768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自动化测试通过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7782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87967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43 / 43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87967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红队用例通过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5285232"/>
            <a:ext cx="54864" cy="64008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285232"/>
            <a:ext cx="108813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F2937"/>
                </a:solidFill>
                <a:latin typeface="微软雅黑"/>
                <a:ea typeface="微软雅黑"/>
              </a:rPr>
              <a:t>只做到第一件就是玩具；三件一起成立，银行才敢在模拟账本里把动钱权限交给它。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评审权重 40/30/30 见赛题 §4；场景覆盖与边界见 docs/提交物对照表.md §三。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2 / 13 页 · 累计 0:55 / 10:00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六个场景：六类能力都有真实后端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03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5074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① 转账：人名/手机号/尾号消歧、AA 拆分、定时、冲正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② 账单：月/年分类、Top 商户、三类异常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③ 理财：5 题适当性 → C1–C5、拒售、申购/赎回红灯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④ 卡片：虚拟卡、限额、冻结/解冻、挂失、改密、销卡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⑤ 订阅：流水推断 + 7 天内扣费 + 唯一匹配取消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⑥ 跨场景：生日计划 → 预算预留 → 到点提醒/授权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120" b="0">
                <a:solidFill>
                  <a:srgbClr val="6B7280"/>
                </a:solidFill>
                <a:latin typeface="微软雅黑"/>
                <a:ea typeface="微软雅黑"/>
              </a:rPr>
              <a:t>– 全部数字来自后端只读接口；取不到显示「暂不可用」，不垫示例数据。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120" b="1">
                <a:solidFill>
                  <a:srgbClr val="DC2626"/>
                </a:solidFill>
                <a:latin typeface="微软雅黑"/>
                <a:ea typeface="微软雅黑"/>
              </a:rPr>
              <a:t>– 边界：3 理财无横向对比/持仓收益；5 订阅无推送；6 到点只提醒 —— 不把 6/6 说成产品级</a:t>
            </a:r>
          </a:p>
        </p:txBody>
      </p:sp>
      <p:pic>
        <p:nvPicPr>
          <p:cNvPr id="6" name="Picture 5" descr="overview_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2829" y="1115568"/>
            <a:ext cx="4476540" cy="45262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806440" y="5715000"/>
            <a:ext cx="5989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微软雅黑"/>
                <a:ea typeface="微软雅黑"/>
              </a:rPr>
              <a:t>财务总览：余额 / 收支 / 异常 / 计划，全部来自后端接口（本机实拍）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场景实现与测试见 docs/提交物对照表.md §三；截图 scripts/ui_screenshots.py 产出。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3 / 13 页 · 累计 1:45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三段论：模型永远碰不到钱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04 / 13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88720"/>
            <a:ext cx="11091672" cy="342900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1508760"/>
            <a:ext cx="3154680" cy="2514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0392" y="1609344"/>
            <a:ext cx="2834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DC2626"/>
                </a:solidFill>
                <a:latin typeface="微软雅黑"/>
                <a:ea typeface="微软雅黑"/>
              </a:rPr>
              <a:t>不可信区 LLM 意图/规划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" y="2139696"/>
            <a:ext cx="28346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只产出「申请」：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意图 + 槽位 + DAG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不产出「执行」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26280" y="1508760"/>
            <a:ext cx="3154680" cy="2514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90872" y="1609344"/>
            <a:ext cx="2834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D97706"/>
                </a:solidFill>
                <a:latin typeface="微软雅黑"/>
                <a:ea typeface="微软雅黑"/>
              </a:rPr>
              <a:t>裁决区 PolicyEngine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90872" y="2139696"/>
            <a:ext cx="28346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确定性纯函数：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无网络、无模型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三色判定 + 签发令牌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66760" y="1508760"/>
            <a:ext cx="3154680" cy="2514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31352" y="1609344"/>
            <a:ext cx="2834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A34A"/>
                </a:solidFill>
                <a:latin typeface="微软雅黑"/>
                <a:ea typeface="微软雅黑"/>
              </a:rPr>
              <a:t>执行区 工具/资金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31352" y="2139696"/>
            <a:ext cx="28346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只认令牌，无令牌不动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hold → commit 两阶段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审计哈希链只增不改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3931920" y="2651760"/>
            <a:ext cx="457200" cy="457200"/>
          </a:xfrm>
          <a:prstGeom prst="rightArrow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ight Arrow 15"/>
          <p:cNvSpPr/>
          <p:nvPr/>
        </p:nvSpPr>
        <p:spPr>
          <a:xfrm>
            <a:off x="7772400" y="2651760"/>
            <a:ext cx="457200" cy="457200"/>
          </a:xfrm>
          <a:prstGeom prst="rightArrow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77240" y="4224528"/>
            <a:ext cx="10607040" cy="502920"/>
          </a:xfrm>
          <a:prstGeom prst="round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297680"/>
            <a:ext cx="10332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决策剧场（SSE 实时流式）　＋　审计哈希链（只增不改、可追责）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出处：app/main.py / app/policy/rules.py / app/security/token.py；架构见 docs/技术文档.md §2。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4 / 13 页 · 累计 2:30 / 10:00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决策剧场：一句话，看到它凭什么被批准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05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5074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左栏说话，右栏五块同屏：意图 / DAG / 三色 / 因子 / 审计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6B7280"/>
                </a:solidFill>
                <a:latin typeface="微软雅黑"/>
                <a:ea typeface="微软雅黑"/>
              </a:rPr>
              <a:t>▪ SSE 流式：start / intent / trace / confirm / factor / tool / done / error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1">
                <a:solidFill>
                  <a:srgbClr val="16A34A"/>
                </a:solidFill>
                <a:latin typeface="微软雅黑"/>
                <a:ea typeface="微软雅黑"/>
              </a:rPr>
              <a:t>▪ 零依赖零构建前端：壳 + 样式 + 21 个模块脚本；断网也能演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120" b="1">
                <a:solidFill>
                  <a:srgbClr val="16A34A"/>
                </a:solidFill>
                <a:latin typeface="微软雅黑"/>
                <a:ea typeface="微软雅黑"/>
              </a:rPr>
              <a:t>– 五块默认常驻不折叠；确认卡三档动作（确认/改一下再发/拒绝）+ 授权绑定摘要 + 超时视为拒绝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120" b="0">
                <a:solidFill>
                  <a:srgbClr val="6B7280"/>
                </a:solidFill>
                <a:latin typeface="微软雅黑"/>
                <a:ea typeface="微软雅黑"/>
              </a:rPr>
              <a:t>– 静态合规检查 95/95（21 个脚本）；7 条浏览器旅程逐条断言 DOM + 服务端状态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D97706"/>
                </a:solidFill>
                <a:latin typeface="微软雅黑"/>
                <a:ea typeface="微软雅黑"/>
              </a:rPr>
              <a:t>▪ 同名收款人：两个「张三」必须停下来问，模型无权替用户选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394960"/>
            <a:ext cx="54864" cy="54864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39496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评委不用翻日志，就看它凭什么。</a:t>
            </a:r>
          </a:p>
        </p:txBody>
      </p:sp>
      <p:pic>
        <p:nvPicPr>
          <p:cNvPr id="8" name="Picture 7" descr="1_助手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1115568"/>
            <a:ext cx="5989320" cy="356447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806440" y="4753197"/>
            <a:ext cx="5989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微软雅黑"/>
                <a:ea typeface="微软雅黑"/>
              </a:rPr>
              <a:t>助手默认页：一句话之后右栏五块同屏；空态给绿/黄/红三句示例（2026-10-27 本机实拍）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出处：web/index.html；95/95 为 scripts/check_frontend.py 实测；旅程见 docs/交付/browser_journeys.json。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5 / 13 页 · 累计 3:30 / 10:00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三色闸门与日累计：边界写死在代码里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06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5074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1">
                <a:solidFill>
                  <a:srgbClr val="16A34A"/>
                </a:solidFill>
                <a:latin typeface="微软雅黑"/>
                <a:ea typeface="微软雅黑"/>
              </a:rPr>
              <a:t>▪ 🟢 R01 只读：余额/流水/账单/订阅/卡 → 自动执行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D97706"/>
                </a:solidFill>
                <a:latin typeface="微软雅黑"/>
                <a:ea typeface="微软雅黑"/>
              </a:rPr>
              <a:t>▪ 🟡 R06：日累计 ≤1000 元 → 一次确认，令牌 120 秒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1">
                <a:solidFill>
                  <a:srgbClr val="DC2626"/>
                </a:solidFill>
                <a:latin typeface="微软雅黑"/>
                <a:ea typeface="微软雅黑"/>
              </a:rPr>
              <a:t>▪ 🔴 R07–R10：越线/大额/挂失/申购 → 人脸+短信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120" b="0">
                <a:solidFill>
                  <a:srgbClr val="6B7280"/>
                </a:solidFill>
                <a:latin typeface="微软雅黑"/>
                <a:ea typeface="微软雅黑"/>
              </a:rPr>
              <a:t>– 日累计按「用户」而非账户：999.99 黄 / 1000.00 黄 / 1000.01 红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120" b="0">
                <a:solidFill>
                  <a:srgbClr val="6B7280"/>
                </a:solidFill>
                <a:latin typeface="微软雅黑"/>
                <a:ea typeface="微软雅黑"/>
              </a:rPr>
              <a:t>– 越线不是拒绝线：红色强验证通过后真实出账；绝对上限 R13 默认关闭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394960"/>
            <a:ext cx="54864" cy="54864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39496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颜色不是模型给的，是裁决区的纯函数给的。</a:t>
            </a:r>
          </a:p>
        </p:txBody>
      </p:sp>
      <p:pic>
        <p:nvPicPr>
          <p:cNvPr id="8" name="Picture 7" descr="red_factor_fres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1115568"/>
            <a:ext cx="5989320" cy="407606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806440" y="5264785"/>
            <a:ext cx="5989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微软雅黑"/>
                <a:ea typeface="微软雅黑"/>
              </a:rPr>
              <a:t>红灯实拍：挂失银行卡 → R09 判定「需要多因子」，人脸+短信+动态口令，依据与理由都写在面板上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出处：app/policy/rules.py（R01–R13，R13 默认 None）；tests/test_daily_risk_tiers.py（14 条）。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6 / 13 页 · 累计 4:20 / 10:00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能力令牌：把模型换成恶意的也动不了钱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07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11064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1">
                <a:solidFill>
                  <a:srgbClr val="DC2626"/>
                </a:solidFill>
                <a:latin typeface="微软雅黑"/>
                <a:ea typeface="微软雅黑"/>
              </a:rPr>
              <a:t>▪ 七步校验：字段齐备 → HMAC 签名 → 未过期 → nonce 未用过 → 工具一致 → 参数指纹 → 账户/金额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– 120 秒、一次性；换收款人、换工具、改金额都等于换一笔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0">
                <a:solidFill>
                  <a:srgbClr val="D97706"/>
                </a:solidFill>
                <a:latin typeface="微软雅黑"/>
                <a:ea typeface="微软雅黑"/>
              </a:rPr>
              <a:t>▪ 密钥改错：确认卡照常弹出，点确认立刻 MISSING_CAPABILITY —— 一分钱不动，拒绝进审计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0">
                <a:solidFill>
                  <a:srgbClr val="D97706"/>
                </a:solidFill>
                <a:latin typeface="微软雅黑"/>
                <a:ea typeface="微软雅黑"/>
              </a:rPr>
              <a:t>▪ MOCK_MODE=true 固定恶意计划（转出全部余额）：意图判 unknown → 反问，零工具调用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1">
                <a:solidFill>
                  <a:srgbClr val="16A34A"/>
                </a:solidFill>
                <a:latin typeface="微软雅黑"/>
                <a:ea typeface="微软雅黑"/>
              </a:rPr>
              <a:t>▪ 模型可换，闸门不可换：换模型只影响「说得好不好」，不影响「能不能动钱」。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7 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令牌逐项校验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918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01568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120 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01568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一次性有效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350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44768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0 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44768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无令牌可动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7782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87967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100%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87967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拒绝都留审计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5285232"/>
            <a:ext cx="54864" cy="64008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285232"/>
            <a:ext cx="108813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F2937"/>
                </a:solidFill>
                <a:latin typeface="微软雅黑"/>
                <a:ea typeface="微软雅黑"/>
              </a:rPr>
              <a:t>prompt 被绕过一次，系统最多变难用；令牌被绕过一次，连一分钱都动不了。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出处：app/security/token.py 七步校验；MOCK_MODE 见 README「离线与对抗演示」；tests/test_token.py。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7 / 13 页 · 累计 5:10 / 10:00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审计哈希链：出了事查得清，而且可验证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08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5074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每条：seq / ts / session / event / payload / prev_hash / hash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1">
                <a:solidFill>
                  <a:srgbClr val="16A34A"/>
                </a:solidFill>
                <a:latin typeface="微软雅黑"/>
                <a:ea typeface="微软雅黑"/>
              </a:rPr>
              <a:t>▪ hash = sha256(prev_hash + ts + event + payload)；触发器禁 UPDATE/DELETE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一条转账 11 个事件全链可回放；/api/audit/verify 返回 ok=true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120" b="0">
                <a:solidFill>
                  <a:srgbClr val="6B7280"/>
                </a:solidFill>
                <a:latin typeface="微软雅黑"/>
                <a:ea typeface="微软雅黑"/>
              </a:rPr>
              <a:t>– 66 类事件闭集：写不进白名单的名字会被拒绝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394960"/>
            <a:ext cx="54864" cy="54864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39496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安全不是「挡住了多少」，是「失败时往哪边倒、事后能不能查」。</a:t>
            </a:r>
          </a:p>
        </p:txBody>
      </p:sp>
      <p:pic>
        <p:nvPicPr>
          <p:cNvPr id="8" name="Picture 7" descr="security_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1115568"/>
            <a:ext cx="5989320" cy="405942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806440" y="5248147"/>
            <a:ext cx="5989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微软雅黑"/>
                <a:ea typeface="微软雅黑"/>
              </a:rPr>
              <a:t>执行记录与安全：审计链可逐条展开（本机实拍）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出处：app/audit.py（哈希链与只增不改触发器）；tests/test_audit.py；66 类见 EVENT_TYPES。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8 / 13 页 · 累计 5:50 / 10:00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跨场景：生日计划不是一次性 DAG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09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5074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建计划 → 预算预留（占可支配金额，不是假冻结）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生日前 2 天 09:00 触发检查 + 提醒；未授权时付款重新确认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D97706"/>
                </a:solidFill>
                <a:latin typeface="微软雅黑"/>
                <a:ea typeface="微软雅黑"/>
              </a:rPr>
              <a:t>▪ 一次性授权绑定计划版本 + 项目 + 金额；改动即失效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1">
                <a:solidFill>
                  <a:srgbClr val="DC2626"/>
                </a:solidFill>
                <a:latin typeface="微软雅黑"/>
                <a:ea typeface="微软雅黑"/>
              </a:rPr>
              <a:t>▪ 默认只提醒；显式一次性授权且重判绿/黄才自动付款，红/变更暂停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120" b="0">
                <a:solidFill>
                  <a:srgbClr val="6B7280"/>
                </a:solidFill>
                <a:latin typeface="微软雅黑"/>
                <a:ea typeface="微软雅黑"/>
              </a:rPr>
              <a:t>– 刷新/重启后计划仍在；J4 旅程覆盖建计划 + 刷新恢复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394960"/>
            <a:ext cx="54864" cy="54864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39496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跨场景不是把三个功能串起来，是让一句话跨过多个闸门而规则不变形。</a:t>
            </a:r>
          </a:p>
        </p:txBody>
      </p:sp>
      <p:pic>
        <p:nvPicPr>
          <p:cNvPr id="8" name="Picture 7" descr="journey_04_birthday_reloa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1115568"/>
            <a:ext cx="5989320" cy="399287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806440" y="5181599"/>
            <a:ext cx="5989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微软雅黑"/>
                <a:ea typeface="微软雅黑"/>
              </a:rPr>
              <a:t>生日计划刷新后仍在（J4 旅程实拍）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出处：app/birthday.py / app/plans.py / plan_authorizations；tests/test_birthday_budget.py、test_birthday_authorization.py。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9 / 13 页 · 累计 6:40 / 10:00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把「智能」落在可验证的地方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10 / 13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188720"/>
            <a:ext cx="3246120" cy="3429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325880"/>
            <a:ext cx="2971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D97706"/>
                </a:solidFill>
                <a:latin typeface="微软雅黑"/>
                <a:ea typeface="微软雅黑"/>
              </a:rPr>
              <a:t>订阅推断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847088"/>
            <a:ext cx="297180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6 个月流水 → 同商户、间隔≈月/年、金额稳定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给置信度 + 证据笔，不是黑盒判断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近 7 天可能扣费；名字唯一匹配才允许取消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只能停银行侧代扣，界面写明不能注销商户会员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证据：tests/test_subscriptions.py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188720"/>
            <a:ext cx="3246120" cy="3429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80560" y="1325880"/>
            <a:ext cx="2971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DC2626"/>
                </a:solidFill>
                <a:latin typeface="微软雅黑"/>
                <a:ea typeface="微软雅黑"/>
              </a:rPr>
              <a:t>投资者适当性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1847088"/>
            <a:ext cx="297180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5 题问卷 → C1–C5；未测评/超等级一律拒买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产品列表/风险等级/申购赎回；R10 红灯三因子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问卷是演示简化版，不是监管口径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拒售也是「正确完成」，不是失败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证据：tests/test_suitability.py（17 条）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188720"/>
            <a:ext cx="3246120" cy="3429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20" y="1325880"/>
            <a:ext cx="2971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A34A"/>
                </a:solidFill>
                <a:latin typeface="微软雅黑"/>
                <a:ea typeface="微软雅黑"/>
              </a:rPr>
              <a:t>人工接管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5320" y="1847088"/>
            <a:ext cx="297180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7 态队列；条件 UPDATE，同一任务只有一个操作员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恢复前重查卡片/授权/账户/余额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不重放已完成的资金节点；失败落 failed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operator 只是审计字符串，无 RBAC（如实说）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证据：tests/test_handoff.py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773168"/>
            <a:ext cx="54864" cy="384048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77316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B7280"/>
                </a:solidFill>
                <a:latin typeface="微软雅黑"/>
                <a:ea typeface="微软雅黑"/>
              </a:rPr>
              <a:t>对应测试全绿：tests/test_subscriptions.py（15 条）/ test_suitability.py（17 条）/ test_handoff.py（13 条）；旅程 J3/J4/J5 覆盖同名消歧、生日计划、提醒处理。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5349240"/>
            <a:ext cx="54864" cy="50292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5349240"/>
            <a:ext cx="10881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F2937"/>
                </a:solidFill>
                <a:latin typeface="微软雅黑"/>
                <a:ea typeface="微软雅黑"/>
              </a:rPr>
              <a:t>这三件事都不是「再加一个功能」，是把边界做成可复核的证据。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出处：app/subscriptions.py、app/suitability.py、app/handoffs.py；对应测试 test_subscriptions.py / test_suitability.py / test_handoff.py。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10 / 13 页 · 累计 7:20 / 10:00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红队 43 条与证据链：不靠一张嘴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11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11064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▪ 43 条五类：诱导转账 10 / 越权 10 / 注入 10 / 信息套取 8 / 异常与稳定性 5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1">
                <a:solidFill>
                  <a:srgbClr val="16A34A"/>
                </a:solidFill>
                <a:latin typeface="微软雅黑"/>
                <a:ea typeface="微软雅黑"/>
              </a:rPr>
              <a:t>▪ PASS 43 / FAIL 0（2026-10-25 复跑；离线 ScriptedAdapter，约 12 秒，自动判定七列表）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– 历史 14 条 FAIL 已逐条归因：0 产品缺陷 / 8 夹具口径 / 6 设计取舍；must_not 全过、资金零变动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▪ 1857 passed / 4 skipped ｜ e2e 13/13 ｜ 浏览器旅程 7/7 ｜ 前端 95/95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▪ 异常熔断：5 分钟窗口 3 次安全拒绝 → 锁定 60 秒，半开只放行一次试探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▪ 审计链篡改当场被数据库触发器拒绝；verify 仍返回 ok=true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43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红队用例 PASS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918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01568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1719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01568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pytest passed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350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44768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7 / 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44768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浏览器旅程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7782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87967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13 / 13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87967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e2e 步数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5285232"/>
            <a:ext cx="54864" cy="64008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285232"/>
            <a:ext cx="108813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F2937"/>
                </a:solidFill>
                <a:latin typeface="微软雅黑"/>
                <a:ea typeface="微软雅黑"/>
              </a:rPr>
              <a:t>安全不是「我们挡住了多少攻击」，是「攻击面在哪一层、失败时系统往哪边倒」。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出处：tests/redteam/cases.yaml（43 条）、scripts/redteam*；pytest 2026-10-26 终测；旅程 docs/交付/browser_journeys.json。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11 / 13 页 · 累计 8:10 / 10:00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出事之后：链能验、单能接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12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5074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1">
                <a:solidFill>
                  <a:srgbClr val="DC2626"/>
                </a:solidFill>
                <a:latin typeface="微软雅黑"/>
                <a:ea typeface="微软雅黑"/>
              </a:rPr>
              <a:t>▪ 审计链逐行重算：改一条历史记录 → 校验立刻报「没通过」，并给出条目数与链头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实测：拆掉 append-only 触发器改 payload_json，再点「校验」→ 条目 43、链头 e814c683，界面直接说「从断点往前都不能再当证据」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1">
                <a:solidFill>
                  <a:srgbClr val="16A34A"/>
                </a:solidFill>
                <a:latin typeface="微软雅黑"/>
                <a:ea typeface="微软雅黑"/>
              </a:rPr>
              <a:t>▪ 人工接管：工单队列按状态给动作（我来处理 / 拒绝 / 继续跑 / 需要补充 / 取消），并发只有一个 claim 成功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120" b="0">
                <a:solidFill>
                  <a:srgbClr val="6B7280"/>
                </a:solidFill>
                <a:latin typeface="微软雅黑"/>
                <a:ea typeface="微软雅黑"/>
              </a:rPr>
              <a:t>– 四类拒绝都留痕：越权、注入、熔断、令牌不符，各有中文标签，进入拒绝列表与审计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120" b="0">
                <a:solidFill>
                  <a:srgbClr val="6B7280"/>
                </a:solidFill>
                <a:latin typeface="微软雅黑"/>
                <a:ea typeface="微软雅黑"/>
              </a:rPr>
              <a:t>– 校验结果写回审计面板本身，不只落在对话里 —— 在哪一页点都看得见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394960"/>
            <a:ext cx="54864" cy="54864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39496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安全做不到「事后可验」，前面所有拦截都只是自说自话。</a:t>
            </a:r>
          </a:p>
        </p:txBody>
      </p:sp>
      <p:pic>
        <p:nvPicPr>
          <p:cNvPr id="8" name="Picture 7" descr="audit_tamper_detec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1115568"/>
            <a:ext cx="5989320" cy="415924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806440" y="5347969"/>
            <a:ext cx="5989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微软雅黑"/>
                <a:ea typeface="微软雅黑"/>
              </a:rPr>
              <a:t>篡改实测：改一条历史记录后点「校验」，面板红字报链断（2026-10-27 本机实拍）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出处：app/audit.py:185 verify_chain；app/db.py:638 append-only 触发器；队列截图见 截图/四入口_2026-10-27/handoff_queue_actions.png。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12 / 13 页 · 累计 8:20 / 10:00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指标、不足与收尾：先把丑话说完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13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1">
                <a:solidFill>
                  <a:srgbClr val="16A34A"/>
                </a:solidFill>
                <a:latin typeface="微软雅黑"/>
                <a:ea typeface="微软雅黑"/>
              </a:rPr>
              <a:t>▪ 指标：35 工具 ｜ 13 规则 ｜ 37 表 ｜ 73 审计事件 ｜ 59 路由 ｜ 6 场景 ｜ 1857 测试 ｜ 43 红队 ｜ 13 e2e ｜ 7 旅程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– 模型：DeepSeek 主脑 + 离线脚本桩；provider_check 4/4；A/B 8 轮 80 例单次采样，方向翻转不宣称提升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1">
                <a:solidFill>
                  <a:srgbClr val="DC2626"/>
                </a:solidFill>
                <a:latin typeface="微软雅黑"/>
                <a:ea typeface="微软雅黑"/>
              </a:rPr>
              <a:t>▪ 不足（照实说）：真实短信/人脸未接（演示桩）；只有 Web，无独立 App/IM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1">
                <a:solidFill>
                  <a:srgbClr val="DC2626"/>
                </a:solidFill>
                <a:latin typeface="微软雅黑"/>
                <a:ea typeface="微软雅黑"/>
              </a:rPr>
              <a:t>– 规划是模板 DAG，不是开放域；单用户、无 RBAC；不可宣称已对齐生产银行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– 能力令牌密钥需配置，忘了配黄红灯 fail closed；后台节拍单进程，进程退出即停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– 知识层：40 术语 / 25 实体 / 22 关系 / 11 意图 / 10 工作流 / 34 来源；只参与理解与解释，不进裁决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– 沙箱=消除执行面（0 命中）不是容器；理财期限/流动性/费率为 contest_simulation；真实 MFA 为演示桩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– 全部数据为本地种子虚构，不接真实银行/支付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1">
                <a:solidFill>
                  <a:srgbClr val="DC2626"/>
                </a:solidFill>
                <a:latin typeface="微软雅黑"/>
                <a:ea typeface="微软雅黑"/>
              </a:rPr>
              <a:t>▪ 收尾：它知道自己还不能做什么，也知道自己为什么不能 —— 这两件事比多几个功能重要。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285232"/>
            <a:ext cx="54864" cy="64008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285232"/>
            <a:ext cx="108813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F2937"/>
                </a:solidFill>
                <a:latin typeface="微软雅黑"/>
                <a:ea typeface="微软雅黑"/>
              </a:rPr>
              <a:t>欢迎现场追问：七步校验、43 条红队、审计链，我们都能当场跑。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出处：README「已知限制」与「数字台账」；安全自评报告 R-01～R-20；manifest 见 docs/benchmark/release_manifest.json。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13 / 13 页 · 累计 9:20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