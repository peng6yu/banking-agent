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条攻击用例，系统一律倒向拒绝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红队实测：通过 __ / 43（t11 回填）　← 显式占位，终验复跑后回填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诚实声明：runner 已交付、可现场实跑；本页通过数为待回填占位，其余用例以自动 runner 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c94a8cd）；通过数为占位，终验后回填。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10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自动化测试：__ passed（答辩前复跑回填；t16 修复期快照 290 passed / 1 failed）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红队终验通过数：__ / 43（t11 回填，答辩前终验复跑）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红队判定尚未全部通过，最终通过数待终验复跑后回填（t16 修复中）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同名收款人追问不收敛（消歧被塞进备注）；跨场景端到端尚未打磨，现场可切录屏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交付的四模块；测试条数与红队通过数均为占位，答辩前复跑回填。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