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条未达标全部是级别判低——12 条停在 level=none（意图层就短路，反问轮不扫注入，审计无 policy.decided），2 条 D02/D05 判成 green；must_not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2026-10-21 终验实跑（29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14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自动化测试：522 passed（2026-10-22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条未达标：12 条停在 level=none（意图层就短路，审计无 policy.decided），2 条 D02/D05 判成 green；must_not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反问轮不做注入扫描（注入话术在反问阶段不留痕）；订阅取消无意图模板，需直驱 DAG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2026-10-22 实测（522 passed），红队通过数取自 2026-10-21 终验实跑（29 / 14）。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